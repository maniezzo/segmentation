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0"/>
  </p:normalViewPr>
  <p:slideViewPr>
    <p:cSldViewPr snapToGrid="0">
      <p:cViewPr varScale="1">
        <p:scale>
          <a:sx n="120" d="100"/>
          <a:sy n="120" d="100"/>
        </p:scale>
        <p:origin x="2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2F6338F-53CE-AE2C-F8DA-674C2E964E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4C21CC7-3D40-C89F-F1D9-0FDDF12E25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61EEF9D-CD81-1C7B-A201-1516C767E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9BBFC-6277-4540-B44F-F9802E2DD198}" type="datetimeFigureOut">
              <a:rPr lang="it-IT" smtClean="0"/>
              <a:t>05/12/25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34C6986-572F-CF9C-F8B5-795876480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30E96B3-CD25-1F42-2A7A-A1A657AAA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54E02-2DB8-2B40-8363-B8C580DBB42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60133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446589-DE1F-7C34-6318-5548DC4C9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E716BAA-ECB3-4FEF-104A-3EB8286D2D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EDD94D0-3127-B695-077C-3BA6ADA68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9BBFC-6277-4540-B44F-F9802E2DD198}" type="datetimeFigureOut">
              <a:rPr lang="it-IT" smtClean="0"/>
              <a:t>05/12/25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116D42A-219A-9132-AC84-516857850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E1E4767-5340-D5E7-73BA-514ED358F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54E02-2DB8-2B40-8363-B8C580DBB42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0612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3619FE3-2B41-AD94-51AE-BB06BD200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4FEEDF6-DFEE-A499-3D07-FF4B2D9DC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26F7213-4072-AABC-9EB1-46F389A04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9BBFC-6277-4540-B44F-F9802E2DD198}" type="datetimeFigureOut">
              <a:rPr lang="it-IT" smtClean="0"/>
              <a:t>05/12/25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4737578-ECD6-4A18-63D6-863691943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4EA4658-C80C-72AD-5251-74BC30F69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54E02-2DB8-2B40-8363-B8C580DBB42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92101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1DAB97D-6D39-289B-5B04-5F77C321B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7266471-3E4A-E69C-E913-5D2D676071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615BA90-9010-23C2-92BC-676721CDF7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1CCBF42-62DB-CA2D-41B0-2A2EAD4E1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9BBFC-6277-4540-B44F-F9802E2DD198}" type="datetimeFigureOut">
              <a:rPr lang="it-IT" smtClean="0"/>
              <a:t>05/12/25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9D64C2C-C859-CD8E-8ED9-337AE37A2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2A4D7BC-9C96-DF58-B9F7-29A92518D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54E02-2DB8-2B40-8363-B8C580DBB42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68372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C0FC4D2-426D-1578-BCB3-20328CBC9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29275F6-1E93-E029-5C75-CDD9ABC4DA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4FA5F8F-A170-91DB-DCDF-B2838F8F23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1A8747BC-BA17-CAE8-913F-520C8C435F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7F8248C9-1BC5-2CDA-8EE2-ECEB98A24A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E17DC6A5-82DF-0D5C-DDF3-807F86F8A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9BBFC-6277-4540-B44F-F9802E2DD198}" type="datetimeFigureOut">
              <a:rPr lang="it-IT" smtClean="0"/>
              <a:t>05/12/25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0F9E76DC-F484-F812-4BFD-58E3F4987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8DC1A367-126E-45F5-0D5E-3CB431CAE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54E02-2DB8-2B40-8363-B8C580DBB42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69079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71FDEEC-B77E-B5D8-01DE-D7F0EB08B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06381F6-3BD0-47BB-26E8-F574EB4FB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9BBFC-6277-4540-B44F-F9802E2DD198}" type="datetimeFigureOut">
              <a:rPr lang="it-IT" smtClean="0"/>
              <a:t>05/12/25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F50BA2C-49E9-255F-3967-DFA8FFD4C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4FCD596-5223-584C-9E21-01FA8FC9C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54E02-2DB8-2B40-8363-B8C580DBB42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79149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D43BC44-FCA2-0B4B-8FB8-3C97337C4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9BBFC-6277-4540-B44F-F9802E2DD198}" type="datetimeFigureOut">
              <a:rPr lang="it-IT" smtClean="0"/>
              <a:t>05/12/25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307E9D58-55D0-0781-D63E-3B09AB06F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CCD3BAE-5E23-DCD8-A3AD-CA4734AD3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54E02-2DB8-2B40-8363-B8C580DBB42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43160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AA7CAC8-AE8D-B134-AB6C-E43B086DB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84940F9-F631-957B-9F33-03CB70D24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E656B12-F643-285D-ADD2-323B45B3DD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E131727-07A2-90A4-E824-9EB83F4B2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9BBFC-6277-4540-B44F-F9802E2DD198}" type="datetimeFigureOut">
              <a:rPr lang="it-IT" smtClean="0"/>
              <a:t>05/12/25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4B3CF42-71A0-10F3-6C0A-7D6129493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F25816E-1477-D1AE-905D-3D23BA384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54E02-2DB8-2B40-8363-B8C580DBB42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66729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70B0427-AD48-9614-2C4C-D318CAF88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0954EAF5-6943-6007-A0E5-1FBA8C888E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DB4D300-38DD-BF3E-1E80-5F6904CFF7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BF4C20E-1AF9-21A3-1C50-C7D01F1ED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9BBFC-6277-4540-B44F-F9802E2DD198}" type="datetimeFigureOut">
              <a:rPr lang="it-IT" smtClean="0"/>
              <a:t>05/12/25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08E967F-EBC9-1741-75E7-63F618321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394507B-F331-A03E-55D7-353ECAC55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54E02-2DB8-2B40-8363-B8C580DBB42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14618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24EE2E4-32F8-1BB2-EA8D-9397F3DAF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F92BD53-F1C0-E752-3FAA-DAE5B5FC4B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02D35A1-DFD0-13D4-D95F-CAF8038F2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9BBFC-6277-4540-B44F-F9802E2DD198}" type="datetimeFigureOut">
              <a:rPr lang="it-IT" smtClean="0"/>
              <a:t>05/12/25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4222A6A-EB6F-D546-6253-0D0A4CF48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256AB98-19E0-50EB-30C9-6B54474C8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54E02-2DB8-2B40-8363-B8C580DBB42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35027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92E6B922-F165-8951-3263-794C7F9E33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5FF5FD2-21F0-399F-B625-883D9896F5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C239658-9892-10AB-2D46-353927E0E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9BBFC-6277-4540-B44F-F9802E2DD198}" type="datetimeFigureOut">
              <a:rPr lang="it-IT" smtClean="0"/>
              <a:t>05/12/25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30514F9-0400-01C2-3F22-789D1D79F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233FFED-5D2A-51C7-8698-CBC72956F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54E02-2DB8-2B40-8363-B8C580DBB42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56894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40453EA-A052-8715-CF97-30D677B64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726F47-014B-419B-C37E-3991974E5E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9B37A99-305E-7AF0-5F32-07E97ED50F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29BBFC-6277-4540-B44F-F9802E2DD198}" type="datetimeFigureOut">
              <a:rPr lang="it-IT" smtClean="0"/>
              <a:t>05/12/25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FA65B33-B4FF-3CBE-6158-DD6BD078F4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3E8794B-0F89-1311-0B94-58E607B948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A54E02-2DB8-2B40-8363-B8C580DBB42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71935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BF1F35B-A3CB-3CDB-2A1F-F9C45402CF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106325"/>
            <a:ext cx="9144000" cy="999460"/>
          </a:xfrm>
        </p:spPr>
        <p:txBody>
          <a:bodyPr>
            <a:normAutofit/>
          </a:bodyPr>
          <a:lstStyle/>
          <a:p>
            <a:r>
              <a:rPr lang="it-IT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 BASED METHODS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1C2AFD7-3B46-C7D5-ED96-2A15DF489F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488" y="999461"/>
            <a:ext cx="11876568" cy="5858538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 ogni possibile punto t di split (scorrono tutto il segnale):</a:t>
            </a:r>
          </a:p>
          <a:p>
            <a:pPr marL="342900" indent="-342900" algn="l">
              <a:buFontTx/>
              <a:buChar char="-"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divide il segnale nelle due finestre L e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Tx/>
              <a:buChar char="-"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misura quanto le due finestre sono diverse tramite una funzione di score</a:t>
            </a:r>
          </a:p>
          <a:p>
            <a:pPr marL="342900" indent="-342900" algn="l">
              <a:buFontTx/>
              <a:buChar char="-"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cambiano molto, t è un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change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point. </a:t>
            </a:r>
          </a:p>
          <a:p>
            <a:pPr marL="342900" indent="-342900" algn="l">
              <a:buFontTx/>
              <a:buChar char="-"/>
            </a:pP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it-IT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 si conosce il numero di cambi K:</a:t>
            </a:r>
          </a:p>
          <a:p>
            <a:pPr algn="l">
              <a:buFont typeface="+mj-lt"/>
              <a:buAutoNum type="arabicPeriod"/>
            </a:pPr>
            <a:r>
              <a:rPr lang="it-IT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Trovi i picchi locali di 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[t].</a:t>
            </a:r>
          </a:p>
          <a:p>
            <a:pPr algn="l">
              <a:buFont typeface="+mj-lt"/>
              <a:buAutoNum type="arabicPeriod"/>
            </a:pPr>
            <a:r>
              <a:rPr lang="it-IT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Prendi i K picchi più alti.</a:t>
            </a:r>
          </a:p>
          <a:p>
            <a:pPr algn="l"/>
            <a:endParaRPr lang="it-IT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it-IT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 non si conosce K:</a:t>
            </a:r>
          </a:p>
          <a:p>
            <a:pPr algn="l"/>
            <a:r>
              <a:rPr lang="it-IT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Si sceglie una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soglia </a:t>
            </a:r>
            <a:r>
              <a:rPr lang="el-GR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λ </a:t>
            </a:r>
            <a:endParaRPr lang="it-IT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it-IT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Un t è 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change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point se: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it-IT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è un picco locale,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it-IT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[t] &gt; </a:t>
            </a:r>
            <a:r>
              <a:rPr lang="el-GR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λ,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it-IT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 è adeguatamente distante dai già selezionati.</a:t>
            </a:r>
          </a:p>
          <a:p>
            <a:pPr algn="l"/>
            <a:endParaRPr lang="it-IT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it-IT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Tx/>
              <a:buChar char="-"/>
            </a:pP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678907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117</Words>
  <Application>Microsoft Macintosh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Tema di Office</vt:lpstr>
      <vt:lpstr>WINDOW BASED METHODS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Lisa Vecchi - lisa.vecchi@studio.unibo.it</dc:creator>
  <cp:lastModifiedBy>Lisa Vecchi - lisa.vecchi@studio.unibo.it</cp:lastModifiedBy>
  <cp:revision>2</cp:revision>
  <dcterms:created xsi:type="dcterms:W3CDTF">2025-12-05T10:24:45Z</dcterms:created>
  <dcterms:modified xsi:type="dcterms:W3CDTF">2025-12-05T10:35:47Z</dcterms:modified>
</cp:coreProperties>
</file>