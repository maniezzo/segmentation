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66941"/>
  </p:normalViewPr>
  <p:slideViewPr>
    <p:cSldViewPr snapToGrid="0">
      <p:cViewPr varScale="1">
        <p:scale>
          <a:sx n="82" d="100"/>
          <a:sy n="82" d="100"/>
        </p:scale>
        <p:origin x="1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52139F-9CBE-C14A-97AB-A0A4F86CBF90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32120-25F7-6D4F-8FCB-83727B174B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203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  <a:p>
            <a:r>
              <a:rPr lang="it-IT" dirty="0"/>
              <a:t>Una possibile statistica di cambio può essere la differenza di medie o la differenza di varianze.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32120-25F7-6D4F-8FCB-83727B174B5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0710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Genera tanti intervalli casuali </a:t>
            </a:r>
            <a:r>
              <a:rPr lang="it-IT" dirty="0" err="1"/>
              <a:t>s_m</a:t>
            </a:r>
            <a:r>
              <a:rPr lang="it-IT" dirty="0"/>
              <a:t>, </a:t>
            </a:r>
            <a:r>
              <a:rPr lang="it-IT" dirty="0" err="1"/>
              <a:t>e_m</a:t>
            </a:r>
            <a:r>
              <a:rPr lang="it-IT" dirty="0"/>
              <a:t> estratti dentro [1,T]</a:t>
            </a:r>
          </a:p>
          <a:p>
            <a:r>
              <a:rPr lang="it-IT" dirty="0"/>
              <a:t>Per ogni intervallo, trova il miglior punto di split usando una statistica di cambio</a:t>
            </a:r>
          </a:p>
          <a:p>
            <a:r>
              <a:rPr lang="it-IT" dirty="0"/>
              <a:t>Sceglie quello migliore, se la statistica supera una certa soglia allora è un </a:t>
            </a:r>
            <a:r>
              <a:rPr lang="it-IT" dirty="0" err="1"/>
              <a:t>changepoint</a:t>
            </a:r>
            <a:r>
              <a:rPr lang="it-IT" dirty="0"/>
              <a:t> e lo aggiunge alla lista</a:t>
            </a:r>
          </a:p>
          <a:p>
            <a:r>
              <a:rPr lang="it-IT" dirty="0"/>
              <a:t>Poi applica ricorsivamente lo stesso procedimento ai due lati costruiti.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32120-25F7-6D4F-8FCB-83727B174B5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1329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Inizialmente si controlla la lunghezza del segmento, deve essere L min sia a destra che a sinistra rispetto a t.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32120-25F7-6D4F-8FCB-83727B174B5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8173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32120-25F7-6D4F-8FCB-83727B174B5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876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047EDA-4C95-21EB-B2A2-880233B35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3D5493B-DF3A-DF3B-6D6F-CCD4B6CBA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B900CB-E393-8EDD-1D7E-95A18B5A8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B4EDBE-5007-9C2A-843C-7681358B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12363C-7A89-49A7-726D-BEE38521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471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B45EE5-5CC2-3A95-8C31-6A87AAD1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6823F7-89A5-F3EE-43B1-6057D9CC0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A83C92-7AEB-6091-FBDD-95D32B24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9B1056-1E0E-0607-6793-1B10935C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20E57C-3A08-0616-D9AC-630F9688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3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587AC8-B149-98CD-B163-1D9FD366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5217AD-2B50-53A6-DCEE-F10F3CCD7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C01259-54DE-0246-541A-19225BC1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58B7D5-5FAD-4644-B9CF-5559B45A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55CD6B-471C-CA7B-C8BE-3BD5EE7F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79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226FB8-DB6D-058B-DFB2-C10375C4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9F85C8-6940-BC4D-BAE5-4D69391A6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6817E93-511E-5085-779D-DC86B09AA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E41D91-5A99-519D-ABC9-81E7B54D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F3AEF7-4B57-80A6-3102-379CA4AD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DA4A62-D735-8BD0-680B-722E36A6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831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942CC2-53E9-D0FC-4897-18570A7F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EEBFCB7-0705-B197-5DDF-CF6691A18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47718FE-1066-0C6B-4C2E-4D93F4131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C7B616F-C09E-1482-E995-D3ECCD7D7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66226BA-80B3-BEEC-BD00-FA9DE1F7F5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E2B4D2-9793-780C-8D44-FF46FD12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2E68877-84E7-27C2-6541-9FBF7A55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40DDD1F-61ED-BCFE-06AA-77B743C4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14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6FBAC-9EF7-DF68-3D5A-509AFEB0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FE0E7D2-5143-8774-95EC-6105B77F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D453DB4-803C-9897-967F-DC2010A8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502A4B-D80F-32E0-04FA-0ABBA655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51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BBE9850-0721-7F2B-0874-168FBE95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37C4C88-CABD-434D-E0C7-F7CFE281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FD5E08-AF7E-C096-F300-5737C0CB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517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2AF4B7-EB38-A88C-259A-49E747BA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C67DA5-F280-6CCD-0EB1-969D5447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0C4AD8-3DBB-A2F7-FB58-2909D2D0F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F59FFE1-1E18-F617-6DBE-0B82FEA9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720BA2C-BBC0-E68F-5FB3-B5492BE5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CF03646-E301-E431-A539-5FBEAF7D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62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F5FBD-3824-CBBC-9D56-FAE088F7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90E934A-FEEC-90F0-A9C4-24EE31833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DDE5B4-49CC-68F8-5544-C26F6D4DA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DAE656F-4463-AD36-4C2C-0E4D3DD0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4C11FE-A8F6-B496-ADE0-48804F33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CB263FB-A9A4-74C0-7401-D73A8780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786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FCBC9C-AF8D-66D2-9B17-4BC4AF17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97A2DAA-F5FA-AC3C-D580-B30A2C6E3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54AA69-6353-6CB0-3295-85FCAFFF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554042-BAC9-4A4E-8B0D-1494CA76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F5C7DD-4C56-3228-F9FB-56B4879A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683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AD116D-C7F5-D23F-0703-F3D6B384F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342DD25-675D-41CB-7E0B-A7A05B223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5BB95A-0C98-772B-A3E7-82CDD152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3B0468-FFAC-A43E-0A0A-9CC33AC7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B00A3A-F39C-D0E6-72F7-76B4BE84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182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627E2EF-1995-1433-B487-03DFA0A3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FD553FB-819F-F426-364F-92E358CC7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777A1B-8484-8723-1CC3-3010EEB50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64806-4943-CD45-9166-30949747CBA2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D6DA9D-F04B-52C5-3BCC-F981E41CD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66D012-CF11-8EB2-F3D6-C82EE5056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1BDC6-A169-9848-8378-93FE52418B4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594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286829-17BF-63C3-C406-4EFA53505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888" y="1"/>
            <a:ext cx="10044223" cy="956929"/>
          </a:xfrm>
        </p:spPr>
        <p:txBody>
          <a:bodyPr>
            <a:normAutofit/>
          </a:bodyPr>
          <a:lstStyle/>
          <a:p>
            <a:r>
              <a:rPr lang="it-IT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 BINARY SEGMENTATION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D65ADE-19A3-555E-D045-DF7644D2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64" y="1063255"/>
            <a:ext cx="11844669" cy="5667154"/>
          </a:xfrm>
        </p:spPr>
        <p:txBody>
          <a:bodyPr>
            <a:normAutofit/>
          </a:bodyPr>
          <a:lstStyle/>
          <a:p>
            <a:pPr algn="l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 completo segnale (1,T) cerca il miglior singolo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(quello che massimizza una statistica di cambio)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il cambio è forte (sopra una certa soglia) –&gt; taglia e crea due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sottosegmenti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Ripete ricorsivamente per ogni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sottosegmento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 non rileva bene cambi vicini tra di loro.</a:t>
            </a:r>
          </a:p>
          <a:p>
            <a:pPr algn="l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Wild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 tanti intervalli casuali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 ciascun intervallo calcola il miglior punto di cambio con la statistica corrispondente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ogni intervallo, guarda solo gli intervalli casuali al suo interno e prende il punto dove la statistica è massima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questa statistica è al di sopra di una soglia, prende quel punto come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31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24A54D-B328-1F2B-7463-57CCB315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0092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83D3AD-EDE2-C567-E7D5-33E241CA5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9" y="978194"/>
            <a:ext cx="11972261" cy="58798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Funzione WBS(y, M, lambda,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Input: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y : serie temporale y[1,…,T]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M : numero di intervalli casuali da generare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lambda : soglia per accettare un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: lunghezza minima dei segmenti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Output: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CP : lista ordinata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stimati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:= lunghezza di y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1) Costruzione calcoli per la statistica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:=</a:t>
            </a:r>
          </a:p>
        </p:txBody>
      </p:sp>
    </p:spTree>
    <p:extLst>
      <p:ext uri="{BB962C8B-B14F-4D97-AF65-F5344CB8AC3E}">
        <p14:creationId xmlns:p14="http://schemas.microsoft.com/office/powerpoint/2010/main" val="168686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9B8FF9-B706-E002-6EDE-676B88AD4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307" y="217967"/>
            <a:ext cx="11621386" cy="642206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 2) Genera M intervalli casuali sull'intervallo globale [1, T]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Intervalli := lista vuota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 m da 1 a M: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:= intero uniforme tra 1 e T-1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:= intero uniforme tra s_m+1 e T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aggiungi la coppia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alla lista Intervalli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3) Lista dei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CP := lista vuota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4)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Ricorsione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sul segmento intero [1, T]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WBS_rec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1, T, Intervalli, lambda,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CP)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 5) Ordina 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trovati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ordina CP in ordine crescente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ritorna CP</a:t>
            </a:r>
          </a:p>
        </p:txBody>
      </p:sp>
    </p:spTree>
    <p:extLst>
      <p:ext uri="{BB962C8B-B14F-4D97-AF65-F5344CB8AC3E}">
        <p14:creationId xmlns:p14="http://schemas.microsoft.com/office/powerpoint/2010/main" val="272138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701672-272A-29F0-696A-36C9D2B2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74880"/>
          </a:xfrm>
        </p:spPr>
        <p:txBody>
          <a:bodyPr>
            <a:normAutofit/>
          </a:bodyPr>
          <a:lstStyle/>
          <a:p>
            <a:pPr algn="ctr"/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RICORSIONE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AA3C11-9816-4CC4-2380-474C34C80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53" y="818706"/>
            <a:ext cx="11812773" cy="58053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WBS_rec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a, b, Intervalli, lambda,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CP):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Input: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y : serie temporale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calcoli necessari 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 [a, b] : segmento corrente su cui cerchiamo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Intervalli : lista di tutti gli intervalli casuali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lambda : soglia statistica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lunghezza minima del segmento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CP : lista globale dei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1) Controllo lunghezza segmento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lunghezza := b - a + 1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 lunghezza &lt; 2 *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allora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servono almeno L punti su ciascun lato del segmento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ritorna #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perchè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 è abbastanza lungo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43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CC6B7243-EC5C-0491-CEC1-1CF0C768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91" y="106326"/>
            <a:ext cx="11226209" cy="660281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2) Seleziona gli intervalli casuali che stanno completamente in [a, b]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:= lista vuota   # conterrà solo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tali che a &lt;=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b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 ogni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Intervalli:   se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a) E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b) allora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aggiungi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è vuota allora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# non ci sono intervalli interni random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ritorna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3) Per ciascun intervallo in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stimiamo il miglior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e la sua statistica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best_stat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:= 0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best_cp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:= NIL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per ogni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e) in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SingleChangePoint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e)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SingleChangePoint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restituisce: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: indice del miglior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in [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e-1]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: valore della statistica (es. max |CUSUM|) in quel punto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  |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&gt;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best_stat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allora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best_stat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:= |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stat_m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best_cp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:=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t_m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21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B3C0D939-D2B7-B377-7BF6-FE8087403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75" y="265075"/>
            <a:ext cx="11855450" cy="6507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4) Verifica se abbiamo trovato un cambio abbastanza "forte"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best_stat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lambda allora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# nessun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significativo in [a, b]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ritorna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5) Se sì, aggiungiamo il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aggiungi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best_cp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CP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6)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Ricorsione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nei due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sottosegmenti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best_cp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e [best_cp+1, b]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WBS_rec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best_cp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Intervalli, lambda,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CP)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WBS_rec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best_cp+1,  b, Intervalli, lambda,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CP)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fine procedura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1131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958</Words>
  <Application>Microsoft Macintosh PowerPoint</Application>
  <PresentationFormat>Widescreen</PresentationFormat>
  <Paragraphs>108</Paragraphs>
  <Slides>6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Tema di Office</vt:lpstr>
      <vt:lpstr>WILD BINARY SEGMENTATION</vt:lpstr>
      <vt:lpstr>PSEUDOCODICE</vt:lpstr>
      <vt:lpstr>Presentazione standard di PowerPoint</vt:lpstr>
      <vt:lpstr>RICORSIONE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Vecchi - lisa.vecchi@studio.unibo.it</dc:creator>
  <cp:lastModifiedBy>Lisa Vecchi - lisa.vecchi@studio.unibo.it</cp:lastModifiedBy>
  <cp:revision>3</cp:revision>
  <dcterms:created xsi:type="dcterms:W3CDTF">2025-12-05T09:28:23Z</dcterms:created>
  <dcterms:modified xsi:type="dcterms:W3CDTF">2025-12-10T10:50:18Z</dcterms:modified>
</cp:coreProperties>
</file>